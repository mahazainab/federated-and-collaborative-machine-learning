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36C36-5394-588D-B669-5F59684734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66CFA9-43F9-332F-2A99-C6F2D2A623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63EF45-C21E-E195-3194-83B5C4199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82547-2C64-4C08-BAD5-F472F46A39A6}" type="datetimeFigureOut">
              <a:rPr lang="en-PK" smtClean="0"/>
              <a:t>28/11/2025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AF403-0D3B-E2EE-898A-E4FA0DFDF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ECACC-66B5-2B54-12FC-6CD690984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23DEA-2022-4CBD-A927-B53E634B1BB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63852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2931C-2A17-6E66-8410-D37AA2AA3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E6B42-715D-9CBF-1D2A-2F8F4975D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FED6D-9638-B9D1-FC8F-9CAA205B5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82547-2C64-4C08-BAD5-F472F46A39A6}" type="datetimeFigureOut">
              <a:rPr lang="en-PK" smtClean="0"/>
              <a:t>28/11/2025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0121F-A936-85DB-E208-BBA1DBFF5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0944B-3A41-92B5-29BB-85EE627D0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23DEA-2022-4CBD-A927-B53E634B1BB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25071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32643-D305-1211-3069-DCCF47D71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1DBB80-9CFE-F5DC-8CFB-DED5E0663C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E21F83-9685-CDBC-FAF8-2A6362C4E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82547-2C64-4C08-BAD5-F472F46A39A6}" type="datetimeFigureOut">
              <a:rPr lang="en-PK" smtClean="0"/>
              <a:t>28/11/2025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96BF39-DBA5-4BC3-4005-1FEEAD4D3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27D98F-C984-53B8-F084-77644EA4D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23DEA-2022-4CBD-A927-B53E634B1BB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94215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45384-28C7-8FAE-8668-FF076431A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CBD36-ADF4-80C8-D646-E71945DC4E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E66372-09EC-152F-26C5-900579E2D8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A6BB7E-A574-77F8-8B4C-B51D567AC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82547-2C64-4C08-BAD5-F472F46A39A6}" type="datetimeFigureOut">
              <a:rPr lang="en-PK" smtClean="0"/>
              <a:t>28/11/2025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BCA45C-D0E6-94E0-ECC0-D45C006F1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44DA7A-8373-8676-192E-1B5126D24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23DEA-2022-4CBD-A927-B53E634B1BB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73324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FF021-71A7-4B94-D3A3-5CCED809F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24C50D-0D03-5E6C-D461-5609C06F87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A47D08-1099-B1C3-4B5B-4F67D3D444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609949-F91E-B045-6514-F59916703E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0E7BB4-5B84-6AC5-6F3E-5F24D1E636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CEABA6-CE68-9CB2-5910-61129DB96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82547-2C64-4C08-BAD5-F472F46A39A6}" type="datetimeFigureOut">
              <a:rPr lang="en-PK" smtClean="0"/>
              <a:t>28/11/2025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2088DF-AEDC-9820-7145-AE263007D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142418-FAEF-7DA9-3F02-C8CD24C65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23DEA-2022-4CBD-A927-B53E634B1BB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557211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36EE3-89A6-4219-37C1-3CF867A32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54CF28-FB90-96C7-B412-592306805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82547-2C64-4C08-BAD5-F472F46A39A6}" type="datetimeFigureOut">
              <a:rPr lang="en-PK" smtClean="0"/>
              <a:t>28/11/2025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1FB1DE-DAF1-93DB-266A-6888A75EB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927D7D-866C-625F-6093-CBF5D513B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23DEA-2022-4CBD-A927-B53E634B1BB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1169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C0C051-1BC1-2C9C-2A24-D243AE167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82547-2C64-4C08-BAD5-F472F46A39A6}" type="datetimeFigureOut">
              <a:rPr lang="en-PK" smtClean="0"/>
              <a:t>28/11/2025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B64861-EA93-1315-0D04-7811016F6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75D0E7-EB3E-9F85-713F-71E5D57B2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23DEA-2022-4CBD-A927-B53E634B1BB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5630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070D1-261D-E6D8-7BC8-6105DBCEE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34850-BC60-3B9B-C45C-34AD474F1D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5C8972-8419-6715-EFBA-9989F9E2D1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10DB73-C450-55A4-7975-3D5F7E4C3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82547-2C64-4C08-BAD5-F472F46A39A6}" type="datetimeFigureOut">
              <a:rPr lang="en-PK" smtClean="0"/>
              <a:t>28/11/2025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5F8FAA-6092-79AA-CC52-AE7D67F4F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E34F81-190B-24A2-233F-0AF72374D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23DEA-2022-4CBD-A927-B53E634B1BB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514111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98531-A947-30B6-0772-DD6E4AAA5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234251-8594-7113-A712-AC2C131634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931D9A-5FF6-A01B-4467-01AF236AF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F503A0-64CD-7E1E-678F-3AC18105E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82547-2C64-4C08-BAD5-F472F46A39A6}" type="datetimeFigureOut">
              <a:rPr lang="en-PK" smtClean="0"/>
              <a:t>28/11/2025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946D38-527A-39A6-5128-8A51AD979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AC82D1-1E08-A363-37B2-FCF10A47E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23DEA-2022-4CBD-A927-B53E634B1BB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78979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A56FE-0E34-9CBD-B3C0-92FE566AB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33F993-C6DA-2DB3-AE22-861869301D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125EA1-1671-89F9-C85E-B59D84229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82547-2C64-4C08-BAD5-F472F46A39A6}" type="datetimeFigureOut">
              <a:rPr lang="en-PK" smtClean="0"/>
              <a:t>28/11/2025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B9911C-2869-4921-BFC9-6F6CB9450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9D2465-C865-B2A9-CC12-1DCE69D83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23DEA-2022-4CBD-A927-B53E634B1BB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84535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7139F6-100F-895E-1AF5-088AECDC22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65BD3D-4C74-01A4-0108-C7AFC34F77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C8600-7434-9381-66D6-7251CCE98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82547-2C64-4C08-BAD5-F472F46A39A6}" type="datetimeFigureOut">
              <a:rPr lang="en-PK" smtClean="0"/>
              <a:t>28/11/2025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BF172-92F6-3DC2-6A18-4B63F4B74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69C799-351C-FC64-FAEC-1A986B88A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23DEA-2022-4CBD-A927-B53E634B1BB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38943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E12C8C-8B10-AA41-F279-46B6191A6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2C96AB-7EB6-2CE6-679D-784AB24C34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E9409E-98BA-6B1F-50E2-E818F35595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F82547-2C64-4C08-BAD5-F472F46A39A6}" type="datetimeFigureOut">
              <a:rPr lang="en-PK" smtClean="0"/>
              <a:t>28/11/2025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EA1F02-83B3-3E7E-1119-26E2234694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39ABA-6066-930F-2AB5-1C50635F7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923DEA-2022-4CBD-A927-B53E634B1BB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11105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huggingface.co/datasets/walledai/AdvBench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7EAFD-EDB0-4C4C-911D-4703125BDD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007307-8EBA-3984-9581-8DFB58FD65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57209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E136B-8B3D-67D2-07EA-45A5B152A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AdvBench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38152-4EA6-38F3-AC12-090532182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hlinkClick r:id="rId2"/>
              </a:rPr>
              <a:t>walledai</a:t>
            </a:r>
            <a:r>
              <a:rPr lang="en-US" dirty="0">
                <a:hlinkClick r:id="rId2"/>
              </a:rPr>
              <a:t>/</a:t>
            </a:r>
            <a:r>
              <a:rPr lang="en-US" dirty="0" err="1">
                <a:hlinkClick r:id="rId2"/>
              </a:rPr>
              <a:t>AdvBench</a:t>
            </a:r>
            <a:r>
              <a:rPr lang="en-US" dirty="0">
                <a:hlinkClick r:id="rId2"/>
              </a:rPr>
              <a:t> · Datasets at Hugging Face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085788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951524-435E-7A65-2B7A-17317EAE3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Dataset: </a:t>
            </a:r>
            <a:r>
              <a:rPr lang="en-US" b="1" u="sng"/>
              <a:t>BeaverTails</a:t>
            </a:r>
            <a:endParaRPr lang="en-US" sz="3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8B4F4EC-FBD4-C833-B8DB-B1973A62A5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3900" y="2394326"/>
            <a:ext cx="10744200" cy="3867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706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AdvBench</vt:lpstr>
      <vt:lpstr>Dataset: BeaverTails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Maha Zainab</dc:creator>
  <cp:lastModifiedBy>Maha Zainab</cp:lastModifiedBy>
  <cp:revision>2</cp:revision>
  <dcterms:created xsi:type="dcterms:W3CDTF">2025-11-29T00:45:20Z</dcterms:created>
  <dcterms:modified xsi:type="dcterms:W3CDTF">2025-11-29T01:00:46Z</dcterms:modified>
</cp:coreProperties>
</file>