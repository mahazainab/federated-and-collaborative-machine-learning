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3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7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4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0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6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5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1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2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5738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79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4482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33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7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8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4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Small-Language Multi-Agent Debate to Identify Safety Attacks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938052"/>
          </a:xfrm>
        </p:spPr>
        <p:txBody>
          <a:bodyPr>
            <a:normAutofit/>
          </a:bodyPr>
          <a:lstStyle/>
          <a:p>
            <a:r>
              <a:rPr dirty="0"/>
              <a:t>Presented by: </a:t>
            </a:r>
            <a:r>
              <a:rPr lang="en-US" dirty="0"/>
              <a:t>Maha Zainab</a:t>
            </a:r>
            <a:endParaRPr dirty="0"/>
          </a:p>
          <a:p>
            <a:r>
              <a:rPr dirty="0"/>
              <a:t>Affiliation: </a:t>
            </a:r>
            <a:r>
              <a:rPr lang="en-US" dirty="0"/>
              <a:t>Auburn University</a:t>
            </a:r>
            <a:endParaRPr dirty="0"/>
          </a:p>
          <a:p>
            <a:r>
              <a:rPr dirty="0"/>
              <a:t>Supervisor: </a:t>
            </a:r>
            <a:r>
              <a:rPr lang="en-US" dirty="0"/>
              <a:t>Jiaqi Wang</a:t>
            </a:r>
            <a:endParaRPr dirty="0"/>
          </a:p>
          <a:p>
            <a:r>
              <a:rPr dirty="0"/>
              <a:t>Date: </a:t>
            </a:r>
            <a:r>
              <a:rPr lang="en-US" dirty="0"/>
              <a:t>24-10-2025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376516"/>
            <a:ext cx="6591985" cy="5171768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pPr>
              <a:defRPr sz="2000"/>
            </a:pPr>
            <a:r>
              <a:rPr sz="2800" dirty="0"/>
              <a:t>1. Abstract</a:t>
            </a:r>
          </a:p>
          <a:p>
            <a:pPr>
              <a:defRPr sz="2000"/>
            </a:pPr>
            <a:r>
              <a:rPr sz="2800" dirty="0"/>
              <a:t>2. Background and Context</a:t>
            </a:r>
          </a:p>
          <a:p>
            <a:pPr>
              <a:defRPr sz="2000"/>
            </a:pPr>
            <a:r>
              <a:rPr sz="2800" dirty="0"/>
              <a:t>3. Motivation</a:t>
            </a:r>
          </a:p>
          <a:p>
            <a:pPr>
              <a:defRPr sz="2000"/>
            </a:pPr>
            <a:r>
              <a:rPr sz="2800" dirty="0"/>
              <a:t>4. Problem Statement</a:t>
            </a:r>
          </a:p>
          <a:p>
            <a:pPr>
              <a:defRPr sz="2000"/>
            </a:pPr>
            <a:r>
              <a:rPr sz="2800" dirty="0"/>
              <a:t>5. Research Gap</a:t>
            </a:r>
          </a:p>
          <a:p>
            <a:pPr>
              <a:defRPr sz="2000"/>
            </a:pPr>
            <a:r>
              <a:rPr sz="2800" dirty="0"/>
              <a:t>6. Research Objectives</a:t>
            </a:r>
          </a:p>
          <a:p>
            <a:pPr>
              <a:defRPr sz="2000"/>
            </a:pPr>
            <a:r>
              <a:rPr sz="2800" dirty="0"/>
              <a:t>7. Proposed Framework: SLMAD</a:t>
            </a:r>
          </a:p>
          <a:p>
            <a:pPr>
              <a:defRPr sz="2000"/>
            </a:pPr>
            <a:r>
              <a:rPr sz="2800" dirty="0"/>
              <a:t>8. Debate Protocol</a:t>
            </a:r>
          </a:p>
          <a:p>
            <a:pPr>
              <a:defRPr sz="2000"/>
            </a:pPr>
            <a:r>
              <a:rPr sz="2800" dirty="0"/>
              <a:t>9. Safety Taxonomy</a:t>
            </a:r>
          </a:p>
          <a:p>
            <a:pPr>
              <a:defRPr sz="2000"/>
            </a:pPr>
            <a:r>
              <a:rPr sz="2800" dirty="0"/>
              <a:t>10. Planned Methodology</a:t>
            </a:r>
          </a:p>
          <a:p>
            <a:pPr>
              <a:defRPr sz="2000"/>
            </a:pPr>
            <a:r>
              <a:rPr sz="2800" dirty="0"/>
              <a:t>11. Evaluation Strategy</a:t>
            </a:r>
          </a:p>
          <a:p>
            <a:pPr>
              <a:defRPr sz="2000"/>
            </a:pPr>
            <a:r>
              <a:rPr sz="2800" dirty="0"/>
              <a:t>12. Expected Outcomes</a:t>
            </a:r>
          </a:p>
          <a:p>
            <a:pPr>
              <a:defRPr sz="2000"/>
            </a:pPr>
            <a:r>
              <a:rPr sz="2800" dirty="0"/>
              <a:t>13. Novel Contributions</a:t>
            </a:r>
          </a:p>
          <a:p>
            <a:pPr>
              <a:defRPr sz="2000"/>
            </a:pPr>
            <a:r>
              <a:rPr sz="2800" dirty="0"/>
              <a:t>14. Future Work and Impact</a:t>
            </a:r>
          </a:p>
          <a:p>
            <a:pPr>
              <a:defRPr sz="2000"/>
            </a:pPr>
            <a:r>
              <a:rPr sz="2800" dirty="0"/>
              <a:t>15. Limitations and Risks</a:t>
            </a:r>
          </a:p>
          <a:p>
            <a:pPr>
              <a:defRPr sz="2000"/>
            </a:pPr>
            <a:r>
              <a:rPr sz="2800" dirty="0"/>
              <a:t>16.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317522"/>
            <a:ext cx="6591985" cy="4788309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This proposal introduces Small-Language Multi-Agent Debate (SLMAD), a conceptual framework designed to detect safety issues in questions and question–answer (Q–A) pairs.</a:t>
            </a:r>
          </a:p>
          <a:p>
            <a:pPr>
              <a:defRPr sz="1800"/>
            </a:pPr>
            <a:r>
              <a:rPr dirty="0"/>
              <a:t>SLMAD leverages debate among small language models (SLMs) to collaboratively assess whether an input or output is safe.</a:t>
            </a:r>
          </a:p>
          <a:p>
            <a:pPr>
              <a:defRPr sz="1800"/>
            </a:pPr>
            <a:r>
              <a:rPr dirty="0"/>
              <a:t>The system aims to provide interpretable, cost-effective safety evaluation for large language models (LLMs).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06013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LLMs have achieved significant breakthroughs in NLP tasks but remain vulnerable to safety attacks and misuse.</a:t>
            </a:r>
          </a:p>
          <a:p>
            <a:pPr>
              <a:defRPr sz="1800"/>
            </a:pPr>
            <a:r>
              <a:rPr dirty="0"/>
              <a:t>Attacks such as data poisoning, jailbreak prompts, and harmful query generation challenge the safety alignment of these models.</a:t>
            </a:r>
            <a:endParaRPr lang="en-PK" dirty="0"/>
          </a:p>
          <a:p>
            <a:pPr lvl="1">
              <a:defRPr sz="1800"/>
            </a:pPr>
            <a:r>
              <a:rPr lang="da-DK" dirty="0"/>
              <a:t>References: Ouyang et al. (2022), Bai et al. (2022), Pang et al.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Why Study LLM Safety?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818968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Unsafe outputs can lead to misinformation, bias propagation, or malicious content generation.</a:t>
            </a:r>
          </a:p>
          <a:p>
            <a:pPr>
              <a:defRPr sz="1800"/>
            </a:pPr>
            <a:r>
              <a:rPr dirty="0"/>
              <a:t>Federated instruction-tuning setups amplify these risks when malicious clients inject unsafe data.</a:t>
            </a:r>
            <a:endParaRPr lang="en-PK" dirty="0"/>
          </a:p>
          <a:p>
            <a:pPr lvl="1">
              <a:defRPr sz="1800"/>
            </a:pPr>
            <a:r>
              <a:rPr lang="en-US" dirty="0"/>
              <a:t>Inspired by Gupta et al. (2025) and Ye et al. (2024) who highlight vulnerabilities in distributed fine-tuning.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906" y="1484671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Existing safety evaluation relies heavily on large-scale models or static classifiers.</a:t>
            </a:r>
          </a:p>
          <a:p>
            <a:pPr lvl="1">
              <a:defRPr sz="1800"/>
            </a:pPr>
            <a:r>
              <a:rPr dirty="0"/>
              <a:t>High computational costs make these approaches impractical for real-time or edge deployment.</a:t>
            </a:r>
          </a:p>
          <a:p>
            <a:pPr lvl="1">
              <a:defRPr sz="1800"/>
            </a:pPr>
            <a:r>
              <a:rPr dirty="0"/>
              <a:t>Many safety classifiers lack interpretability and uncertainty estimation.</a:t>
            </a:r>
          </a:p>
          <a:p>
            <a:pPr>
              <a:defRPr sz="1800"/>
            </a:pPr>
            <a:r>
              <a:rPr dirty="0"/>
              <a:t>Hence, there is a need for a lightweight, interpretable approach to detect unsafe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06013"/>
            <a:ext cx="6591985" cy="3777622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Current work fails to jointly evaluate both questions and Q–A pairs for safety.</a:t>
            </a:r>
          </a:p>
          <a:p>
            <a:pPr lvl="1">
              <a:defRPr sz="1800"/>
            </a:pPr>
            <a:r>
              <a:rPr dirty="0" err="1"/>
              <a:t>FedMed</a:t>
            </a:r>
            <a:r>
              <a:rPr dirty="0"/>
              <a:t> (Gupta et al., 2025) focuses on federated data safety but not model output safety.</a:t>
            </a:r>
          </a:p>
          <a:p>
            <a:pPr lvl="1">
              <a:defRPr sz="1800"/>
            </a:pPr>
            <a:r>
              <a:rPr dirty="0"/>
              <a:t>Debate-based frameworks (Chern et al., 2024) enhance reasoning but are not tuned for safety detection.</a:t>
            </a:r>
          </a:p>
          <a:p>
            <a:pPr>
              <a:defRPr sz="1800"/>
            </a:pPr>
            <a:r>
              <a:rPr dirty="0"/>
              <a:t>Gap: No study uses multiple small language models debating to classify safety at both prompt and response levels.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402" y="1337188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This research aims to:</a:t>
            </a:r>
          </a:p>
          <a:p>
            <a:pPr lvl="1">
              <a:defRPr sz="1800"/>
            </a:pPr>
            <a:r>
              <a:rPr dirty="0"/>
              <a:t>Develop the Small-Language Multi-Agent Debate (SLMAD) framework for safety evaluation.</a:t>
            </a:r>
          </a:p>
          <a:p>
            <a:pPr lvl="1">
              <a:defRPr sz="1800"/>
            </a:pPr>
            <a:r>
              <a:rPr dirty="0"/>
              <a:t>Enable cooperative reasoning among small models to identify unsafe content.</a:t>
            </a:r>
          </a:p>
          <a:p>
            <a:pPr lvl="1">
              <a:defRPr sz="1800"/>
            </a:pPr>
            <a:r>
              <a:rPr dirty="0"/>
              <a:t>Quantify uncertainty through disagreement entropy among agents.</a:t>
            </a:r>
          </a:p>
          <a:p>
            <a:pPr lvl="1">
              <a:defRPr sz="1800"/>
            </a:pPr>
            <a:r>
              <a:rPr lang="en-US" dirty="0"/>
              <a:t>A</a:t>
            </a:r>
            <a:r>
              <a:rPr dirty="0"/>
              <a:t>chieve interpretability and low computation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Framework: SLMAD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905000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Key Idea: Allow small language models to engage in structured debates to reach consensus on safety.</a:t>
            </a:r>
          </a:p>
          <a:p>
            <a:pPr lvl="1">
              <a:defRPr sz="1800"/>
            </a:pPr>
            <a:r>
              <a:rPr dirty="0"/>
              <a:t>Each agent independently evaluates, critiques, and revises its judgment.</a:t>
            </a:r>
          </a:p>
          <a:p>
            <a:pPr lvl="1">
              <a:defRPr sz="1800"/>
            </a:pPr>
            <a:r>
              <a:rPr dirty="0"/>
              <a:t>The moderator aggregates the results to compute a </a:t>
            </a:r>
            <a:r>
              <a:rPr dirty="0" err="1"/>
              <a:t>SafetyScore</a:t>
            </a:r>
            <a:r>
              <a:rPr dirty="0"/>
              <a:t> and uncertainty metric.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Debate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45342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Round 1: Independent Judgments</a:t>
            </a:r>
            <a:r>
              <a:rPr lang="en-US" dirty="0"/>
              <a:t>,</a:t>
            </a:r>
            <a:r>
              <a:rPr dirty="0"/>
              <a:t> </a:t>
            </a:r>
            <a:r>
              <a:rPr lang="en-US" dirty="0"/>
              <a:t>e</a:t>
            </a:r>
            <a:r>
              <a:rPr dirty="0"/>
              <a:t>ach agent assigns safety label, rationale, and confidence.</a:t>
            </a:r>
          </a:p>
          <a:p>
            <a:pPr>
              <a:defRPr sz="1800"/>
            </a:pPr>
            <a:r>
              <a:rPr dirty="0"/>
              <a:t>Round 2: Critique &amp; Revision</a:t>
            </a:r>
            <a:r>
              <a:rPr lang="en-US" dirty="0"/>
              <a:t>, a</a:t>
            </a:r>
            <a:r>
              <a:rPr dirty="0"/>
              <a:t>gents review others' rationales and revise their own conclusions.</a:t>
            </a:r>
          </a:p>
          <a:p>
            <a:pPr>
              <a:defRPr sz="1800"/>
            </a:pPr>
            <a:r>
              <a:rPr dirty="0"/>
              <a:t>Moderator computes final </a:t>
            </a:r>
            <a:r>
              <a:rPr dirty="0" err="1"/>
              <a:t>SafetyScore</a:t>
            </a:r>
            <a:r>
              <a:rPr dirty="0"/>
              <a:t> based on weighted confidence and disagreement entropy.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376516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SLMAD classifies data under two safety dimensions:</a:t>
            </a:r>
          </a:p>
          <a:p>
            <a:pPr>
              <a:defRPr sz="1800"/>
            </a:pPr>
            <a:r>
              <a:rPr dirty="0"/>
              <a:t>Question Safety (SQ): Safe, Borderline, Unsafe.</a:t>
            </a:r>
          </a:p>
          <a:p>
            <a:pPr>
              <a:defRPr sz="1800"/>
            </a:pPr>
            <a:r>
              <a:rPr dirty="0"/>
              <a:t>Q–A Safety (QA): Harmless-Refusal, Safe-Information, Unsafe-Enabling, Unclear (requires escalation).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1073" y="1337187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Data: Harmful/harmless datasets (Gupta et al., 2025), </a:t>
            </a:r>
            <a:r>
              <a:rPr dirty="0" err="1"/>
              <a:t>BeaverTails</a:t>
            </a:r>
            <a:r>
              <a:rPr dirty="0"/>
              <a:t>, </a:t>
            </a:r>
            <a:r>
              <a:rPr dirty="0" err="1"/>
              <a:t>AdvBench</a:t>
            </a:r>
            <a:r>
              <a:rPr dirty="0"/>
              <a:t>, synthetic adversarial data.</a:t>
            </a:r>
          </a:p>
          <a:p>
            <a:pPr>
              <a:defRPr sz="1800"/>
            </a:pPr>
            <a:r>
              <a:rPr dirty="0"/>
              <a:t>Baselines: Single SLM classifiers, medium-scale judges, rule-based filters.</a:t>
            </a:r>
          </a:p>
          <a:p>
            <a:pPr>
              <a:defRPr sz="1800"/>
            </a:pPr>
            <a:r>
              <a:rPr dirty="0"/>
              <a:t>Calibration: Platt scaling and temperature-based normalization for agent confidence.</a:t>
            </a:r>
          </a:p>
          <a:p>
            <a:pPr>
              <a:defRPr sz="1800"/>
            </a:pPr>
            <a:r>
              <a:rPr dirty="0"/>
              <a:t>No experiments yet</a:t>
            </a:r>
            <a:r>
              <a:rPr lang="en-US" dirty="0"/>
              <a:t>, </a:t>
            </a:r>
            <a:r>
              <a:rPr dirty="0"/>
              <a:t>this is a conceptual proposal stage.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55174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Performance Metrics: Accuracy, F1-score, Unsafe Recall, Disagreement Entropy, Efficiency.</a:t>
            </a:r>
          </a:p>
          <a:p>
            <a:pPr>
              <a:defRPr sz="1800"/>
            </a:pPr>
            <a:r>
              <a:rPr dirty="0"/>
              <a:t>Ablation Studies: Committee size, model heterogeneity, debate depth, and confidence weighting strategies.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94503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SLMAD is expected to:</a:t>
            </a:r>
          </a:p>
          <a:p>
            <a:pPr lvl="1">
              <a:defRPr sz="1800"/>
            </a:pPr>
            <a:r>
              <a:rPr dirty="0"/>
              <a:t>Match or exceed single-model safety classifiers in reliability.</a:t>
            </a:r>
          </a:p>
          <a:p>
            <a:pPr lvl="1">
              <a:defRPr sz="1800"/>
            </a:pPr>
            <a:r>
              <a:rPr dirty="0"/>
              <a:t>Provide interpretable rationales and clear uncertainty indicators.</a:t>
            </a:r>
          </a:p>
          <a:p>
            <a:pPr lvl="1">
              <a:defRPr sz="1800"/>
            </a:pPr>
            <a:r>
              <a:rPr dirty="0"/>
              <a:t>Operate efficiently using small models with lower compute cost.</a:t>
            </a:r>
          </a:p>
          <a:p>
            <a:pPr lvl="1">
              <a:defRPr sz="1800"/>
            </a:pPr>
            <a:r>
              <a:rPr dirty="0"/>
              <a:t>Support scalable, real-time safety assessments.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906" y="1425678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Debate-driven safety classification among small LMs.</a:t>
            </a:r>
          </a:p>
          <a:p>
            <a:pPr>
              <a:defRPr sz="1800"/>
            </a:pPr>
            <a:r>
              <a:rPr dirty="0"/>
              <a:t>Dual-level safety evaluation (question + Q–A).</a:t>
            </a:r>
          </a:p>
          <a:p>
            <a:pPr>
              <a:defRPr sz="1800"/>
            </a:pPr>
            <a:r>
              <a:rPr dirty="0"/>
              <a:t>Confidence-weighted consensus mechanism for uncertainty estimation.</a:t>
            </a:r>
          </a:p>
          <a:p>
            <a:pPr>
              <a:defRPr sz="1800"/>
            </a:pPr>
            <a:r>
              <a:rPr dirty="0"/>
              <a:t>A framework bridging reasoning interpretability with safety detection.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356852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Integration with federated instruction-tuning frameworks.</a:t>
            </a:r>
          </a:p>
          <a:p>
            <a:pPr>
              <a:defRPr sz="1800"/>
            </a:pPr>
            <a:r>
              <a:rPr dirty="0"/>
              <a:t>Impact: Contribute to trustworthy, explainable, and scalable AI safety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25678"/>
            <a:ext cx="6591985" cy="3777622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Requires careful design of debate prompts and rationales.</a:t>
            </a:r>
          </a:p>
          <a:p>
            <a:pPr>
              <a:defRPr sz="1800"/>
            </a:pPr>
            <a:r>
              <a:rPr dirty="0"/>
              <a:t>Small models may have limited reasoning depth.</a:t>
            </a:r>
          </a:p>
          <a:p>
            <a:pPr>
              <a:defRPr sz="1800"/>
            </a:pPr>
            <a:r>
              <a:rPr dirty="0"/>
              <a:t>Aggregation and calibration may introduce bias if poorly tuned.</a:t>
            </a:r>
          </a:p>
          <a:p>
            <a:pPr>
              <a:defRPr sz="1800"/>
            </a:pPr>
            <a:r>
              <a:rPr dirty="0"/>
              <a:t>Extensive validation needed before real-world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406013"/>
            <a:ext cx="6591985" cy="3777622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Ouyang et al. (2022). Training language models to follow instructions with human feedback.</a:t>
            </a:r>
          </a:p>
          <a:p>
            <a:pPr>
              <a:defRPr sz="1800"/>
            </a:pPr>
            <a:r>
              <a:rPr dirty="0"/>
              <a:t>Bai et al. (2022). Constitutional AI: Harmlessness from AI Feedback.</a:t>
            </a:r>
          </a:p>
          <a:p>
            <a:pPr>
              <a:defRPr sz="1800"/>
            </a:pPr>
            <a:r>
              <a:rPr dirty="0"/>
              <a:t>Gupta et al. (2025). Emerging Safety Attack and Defense in Federated Instruction Tuning of LLMs.</a:t>
            </a:r>
          </a:p>
          <a:p>
            <a:pPr>
              <a:defRPr sz="1800"/>
            </a:pPr>
            <a:r>
              <a:rPr dirty="0"/>
              <a:t>Ye et al. (2024). </a:t>
            </a:r>
            <a:r>
              <a:rPr dirty="0" err="1"/>
              <a:t>OpenFedLLM</a:t>
            </a:r>
            <a:r>
              <a:rPr dirty="0"/>
              <a:t>: Benchmarking Federated Instruction Tuning for LLMs.</a:t>
            </a:r>
          </a:p>
          <a:p>
            <a:pPr>
              <a:defRPr sz="1800"/>
            </a:pPr>
            <a:r>
              <a:rPr dirty="0"/>
              <a:t>Pang et al. (2024). A Survey on Safety Alignment of Large Language Models.</a:t>
            </a:r>
          </a:p>
          <a:p>
            <a:pPr>
              <a:defRPr sz="1800"/>
            </a:pPr>
            <a:r>
              <a:rPr dirty="0"/>
              <a:t>Chern et al. (2024). Combating Adversarial Attacks with Multi-Agent Debate.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72</TotalTime>
  <Words>925</Words>
  <Application>Microsoft Office PowerPoint</Application>
  <PresentationFormat>On-screen Show (4:3)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Wisp</vt:lpstr>
      <vt:lpstr>Small-Language Multi-Agent Debate to Identify Safety Attacks</vt:lpstr>
      <vt:lpstr>Table of Contents</vt:lpstr>
      <vt:lpstr>Abstract</vt:lpstr>
      <vt:lpstr>Background and Context</vt:lpstr>
      <vt:lpstr>Motivation: Why Study LLM Safety?</vt:lpstr>
      <vt:lpstr>Problem Statement</vt:lpstr>
      <vt:lpstr>Research Gap</vt:lpstr>
      <vt:lpstr>Research Objectives</vt:lpstr>
      <vt:lpstr>Proposed Framework: SLMAD</vt:lpstr>
      <vt:lpstr>Debate Protocol</vt:lpstr>
      <vt:lpstr>Safety Taxonomy</vt:lpstr>
      <vt:lpstr>Planned Methodology</vt:lpstr>
      <vt:lpstr>Evaluation Strategy</vt:lpstr>
      <vt:lpstr>Expected Outcomes</vt:lpstr>
      <vt:lpstr>Novel Contributions</vt:lpstr>
      <vt:lpstr>Future Work and Impact</vt:lpstr>
      <vt:lpstr>Limitations and Risks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Maha Zainab</cp:lastModifiedBy>
  <cp:revision>19</cp:revision>
  <dcterms:created xsi:type="dcterms:W3CDTF">2013-01-27T09:14:16Z</dcterms:created>
  <dcterms:modified xsi:type="dcterms:W3CDTF">2025-10-24T23:19:57Z</dcterms:modified>
  <cp:category/>
</cp:coreProperties>
</file>