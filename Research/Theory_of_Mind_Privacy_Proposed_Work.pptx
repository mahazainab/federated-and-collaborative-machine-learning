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3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6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36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8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1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4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9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27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88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3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7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14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Theory of Mind Needs Privacy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Collaborative SLM–LLM Framework</a:t>
            </a:r>
          </a:p>
          <a:p>
            <a:r>
              <a:t>(Yiming Luo, Chunlin Tian, Xuyang Wei)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LLMs are powerful but risky for Theory of Mind tasks</a:t>
            </a:r>
          </a:p>
          <a:p>
            <a:r>
              <a:t>• Two main problems:</a:t>
            </a:r>
          </a:p>
          <a:p>
            <a:r>
              <a:t>   – Privacy risks: sensitive data exposure</a:t>
            </a:r>
          </a:p>
          <a:p>
            <a:r>
              <a:t>   – Hallucinations: plausible but false answers</a:t>
            </a:r>
          </a:p>
          <a:p>
            <a:r>
              <a:t>• Solution: Hybrid framework (SLM locally + LLM in cloud)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Fine-Tuning (SFT): Domain adaptation but expensive, overfits, privacy issues</a:t>
            </a:r>
          </a:p>
          <a:p>
            <a:r>
              <a:t>• Retrieval-Augmented Generation (RAG): Retrieves external knowledge, less costly, but raises privacy risks and depends on retriever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Existing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SFT: Expensive, requires private data sharing, overfits</a:t>
            </a:r>
          </a:p>
          <a:p>
            <a:r>
              <a:t>• RAG: Needs external knowledge base, privacy risks from query sharing, weak in nuanced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SLM–LLM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SLM (local, small, fine-tuned): Handles sensitive data privately, detects cues, disambiguates intent</a:t>
            </a:r>
          </a:p>
          <a:p>
            <a:r>
              <a:t>• LLM (cloud, large): Strong reasoning + generalization, receives enriched queries, not raw data</a:t>
            </a:r>
          </a:p>
          <a:p>
            <a:r>
              <a:t>→ Balances privacy + reasoning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Mental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ToM tasks in therapy: infer hidden states (fear, distress)</a:t>
            </a:r>
          </a:p>
          <a:p>
            <a:r>
              <a:t>• SFT/RAG limited due to privacy + coverage issues</a:t>
            </a:r>
          </a:p>
          <a:p>
            <a:r>
              <a:t>• Hybrid model:</a:t>
            </a:r>
          </a:p>
          <a:p>
            <a:r>
              <a:t>   – SLM: detects emotional cues locally</a:t>
            </a:r>
          </a:p>
          <a:p>
            <a:r>
              <a:t>   – Produces structured representation</a:t>
            </a:r>
          </a:p>
          <a:p>
            <a:r>
              <a:t>   – LLM: generates empathetic, context-aware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SFT and RAG unsuitable for privacy-sensitive ToM tasks</a:t>
            </a:r>
          </a:p>
          <a:p>
            <a:r>
              <a:t>• Hybrid SLM–LLM balances privacy + performance</a:t>
            </a:r>
          </a:p>
          <a:p>
            <a:r>
              <a:t>• Keeps sensitive processing local, reduces hallucinations</a:t>
            </a:r>
          </a:p>
          <a:p>
            <a:r>
              <a:t>• Enables trustworthy AI for high-stakes interactions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Focus of the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SLM–LLM Hybrid:</a:t>
            </a:r>
          </a:p>
          <a:p>
            <a:r>
              <a:t>• Focuses on inference time (when using the model)</a:t>
            </a:r>
          </a:p>
          <a:p>
            <a:r>
              <a:t>• SLM runs locally, preprocessing sensitive queries before sending to cloud LLM</a:t>
            </a:r>
          </a:p>
          <a:p>
            <a:r>
              <a:t>• Goal: Privacy during interaction + reduce hallucination</a:t>
            </a:r>
          </a:p>
          <a:p>
            <a:endParaRPr/>
          </a:p>
          <a:p>
            <a:r>
              <a:t>Federated Learning:</a:t>
            </a:r>
          </a:p>
          <a:p>
            <a:r>
              <a:t>• Focuses on training time (when model is built/improved)</a:t>
            </a:r>
          </a:p>
          <a:p>
            <a:r>
              <a:t>• Devices collaboratively train shared model by sending updates (not data)</a:t>
            </a:r>
          </a:p>
          <a:p>
            <a:r>
              <a:t>• Goal: Privacy during training + better global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Where Privacy Protection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SLM–LLM:</a:t>
            </a:r>
          </a:p>
          <a:p>
            <a:r>
              <a:t>• Protects live input during usage</a:t>
            </a:r>
          </a:p>
          <a:p>
            <a:r>
              <a:t>• Local preprocessing ensures therapy data never leaves device</a:t>
            </a:r>
          </a:p>
          <a:p>
            <a:endParaRPr/>
          </a:p>
          <a:p>
            <a:r>
              <a:t>Federated Learning:</a:t>
            </a:r>
          </a:p>
          <a:p>
            <a:r>
              <a:t>• Protects training datasets (health, finance, etc.)</a:t>
            </a:r>
          </a:p>
          <a:p>
            <a:r>
              <a:t>• Only shares model updates, not raw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Flow of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SLM–LLM:</a:t>
            </a:r>
          </a:p>
          <a:p>
            <a:r>
              <a:t>• Input → Local SLM → Enriched query → Cloud LLM → Final response</a:t>
            </a:r>
          </a:p>
          <a:p>
            <a:r>
              <a:t>• Collaboration happens per query at inference</a:t>
            </a:r>
          </a:p>
          <a:p>
            <a:endParaRPr/>
          </a:p>
          <a:p>
            <a:r>
              <a:t>Federated Learning:</a:t>
            </a:r>
          </a:p>
          <a:p>
            <a:r>
              <a:t>• Global model → Devices → Local training → Updates → Aggregation → Improved global model</a:t>
            </a:r>
          </a:p>
          <a:p>
            <a:r>
              <a:t>• Collaboration happens iteratively at training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465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Theory of Mind Needs Privacy</vt:lpstr>
      <vt:lpstr>Core Idea</vt:lpstr>
      <vt:lpstr>Background</vt:lpstr>
      <vt:lpstr>Limitations of Existing Approaches</vt:lpstr>
      <vt:lpstr>Proposed Solution: SLM–LLM Collaboration</vt:lpstr>
      <vt:lpstr>Case Study: Mental Health</vt:lpstr>
      <vt:lpstr>Conclusion</vt:lpstr>
      <vt:lpstr>1. Focus of the Approach</vt:lpstr>
      <vt:lpstr>2. Where Privacy Protection Happens</vt:lpstr>
      <vt:lpstr>3. Flow of Information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Maha Zainab</cp:lastModifiedBy>
  <cp:revision>2</cp:revision>
  <dcterms:created xsi:type="dcterms:W3CDTF">2013-01-27T09:14:16Z</dcterms:created>
  <dcterms:modified xsi:type="dcterms:W3CDTF">2025-08-25T18:34:15Z</dcterms:modified>
  <cp:category/>
</cp:coreProperties>
</file>